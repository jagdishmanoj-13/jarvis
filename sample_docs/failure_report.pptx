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Report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cause: fastener under-torqued during assembly.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